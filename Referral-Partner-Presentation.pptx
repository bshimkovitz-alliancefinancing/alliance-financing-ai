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C9A84C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743200"/>
            <a:ext cx="2743200" cy="2743200"/>
          </a:xfrm>
          <a:prstGeom prst="ellipse">
            <a:avLst/>
          </a:prstGeom>
          <a:solidFill>
            <a:srgbClr val="C9A84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Financing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Partner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429000"/>
            <a:ext cx="137160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 guide to maximizing referral opportunities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alliancefinancing.ai/dashboard  |  March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Dashboard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 designed to streamline your referral business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463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1463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" y="1645920"/>
            <a:ext cx="502920" cy="502920"/>
          </a:xfrm>
          <a:prstGeom prst="ellipse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1771650"/>
            <a:ext cx="251460" cy="2514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 for referrals,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updates, and alerts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94560" y="1371600"/>
            <a:ext cx="1463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194560" y="1371600"/>
            <a:ext cx="1463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Shape 10"/>
          <p:cNvSpPr/>
          <p:nvPr/>
        </p:nvSpPr>
        <p:spPr>
          <a:xfrm>
            <a:off x="2674620" y="1645920"/>
            <a:ext cx="502920" cy="502920"/>
          </a:xfrm>
          <a:prstGeom prst="ellipse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771650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9456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28600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metrics, deal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tracking, and commissions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840480" y="1371600"/>
            <a:ext cx="1463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840480" y="1371600"/>
            <a:ext cx="1463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Shape 15"/>
          <p:cNvSpPr/>
          <p:nvPr/>
        </p:nvSpPr>
        <p:spPr>
          <a:xfrm>
            <a:off x="4320540" y="1645920"/>
            <a:ext cx="502920" cy="50292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270" y="177165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84048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Hub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93192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applications, share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pages and one-pagers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486400" y="1371600"/>
            <a:ext cx="1463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0" y="1371600"/>
            <a:ext cx="1463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Shape 20"/>
          <p:cNvSpPr/>
          <p:nvPr/>
        </p:nvSpPr>
        <p:spPr>
          <a:xfrm>
            <a:off x="5966460" y="1645920"/>
            <a:ext cx="502920" cy="502920"/>
          </a:xfrm>
          <a:prstGeom prst="ellipse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1771650"/>
            <a:ext cx="251460" cy="2514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48640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Programs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57784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outreach leads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active vendor management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7132320" y="1371600"/>
            <a:ext cx="1463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32320" y="1371600"/>
            <a:ext cx="1463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Shape 25"/>
          <p:cNvSpPr/>
          <p:nvPr/>
        </p:nvSpPr>
        <p:spPr>
          <a:xfrm>
            <a:off x="7612380" y="1645920"/>
            <a:ext cx="502920" cy="502920"/>
          </a:xfrm>
          <a:prstGeom prst="ellipse">
            <a:avLst/>
          </a:prstGeom>
          <a:solidFill>
            <a:srgbClr val="EDE9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8110" y="1771650"/>
            <a:ext cx="251460" cy="25146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132320" y="2331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 Resources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7223760" y="26517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contacts, guides,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reference materials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48640" y="3931920"/>
            <a:ext cx="54864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0"/>
          <p:cNvSpPr/>
          <p:nvPr/>
        </p:nvSpPr>
        <p:spPr>
          <a:xfrm>
            <a:off x="777240" y="393192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your dashboard anytime at alliancefinancing.ai/dashboard using your partner credentials.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Dashboard Metrics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performance with real-time statistics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4068" y="1463040"/>
            <a:ext cx="1828800" cy="201168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4068" y="1463040"/>
            <a:ext cx="1828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1229868" y="173736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85166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4068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Pipeline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35508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 of all active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in your pipeline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19756" y="1463040"/>
            <a:ext cx="1828800" cy="201168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19756" y="146304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Shape 9"/>
          <p:cNvSpPr/>
          <p:nvPr/>
        </p:nvSpPr>
        <p:spPr>
          <a:xfrm>
            <a:off x="3305556" y="173736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85166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19756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Fees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711196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earnings from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current pipeline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695444" y="1463040"/>
            <a:ext cx="1828800" cy="201168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95444" y="146304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Shape 14"/>
          <p:cNvSpPr/>
          <p:nvPr/>
        </p:nvSpPr>
        <p:spPr>
          <a:xfrm>
            <a:off x="5381244" y="1737360"/>
            <a:ext cx="457200" cy="45720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185166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95444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786884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fees and total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 deal volume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771132" y="1463040"/>
            <a:ext cx="1828800" cy="201168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771132" y="1463040"/>
            <a:ext cx="182880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19"/>
          <p:cNvSpPr/>
          <p:nvPr/>
        </p:nvSpPr>
        <p:spPr>
          <a:xfrm>
            <a:off x="7456932" y="1737360"/>
            <a:ext cx="457200" cy="45720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2" y="185166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71132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Network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6862572" y="26974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vendors and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partners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1: Refer a Client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application to funded deal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37160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16002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Hub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Application Hub and choose your sending method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0260" y="1691640"/>
            <a:ext cx="182880" cy="1828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286000" y="137160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0" y="16002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2743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37744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Application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77440" y="2560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via landing page link, one-pager, or direct email</a:t>
            </a:r>
            <a:endParaRPr lang="en-US" sz="9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0460" y="1691640"/>
            <a:ext cx="182880" cy="1828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886200" y="137160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343400" y="16002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5"/>
          <p:cNvSpPr/>
          <p:nvPr/>
        </p:nvSpPr>
        <p:spPr>
          <a:xfrm>
            <a:off x="43434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397764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Applies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977640" y="2560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fills out the application — you're notified</a:t>
            </a:r>
            <a:endParaRPr lang="en-US" sz="9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1691640"/>
            <a:ext cx="182880" cy="1828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486400" y="137160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943600" y="16002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0"/>
          <p:cNvSpPr/>
          <p:nvPr/>
        </p:nvSpPr>
        <p:spPr>
          <a:xfrm>
            <a:off x="59436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557784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Progress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5577840" y="2560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deal status on your Dashboard referral table</a:t>
            </a:r>
            <a:endParaRPr lang="en-US" sz="9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0860" y="1691640"/>
            <a:ext cx="182880" cy="18288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086600" y="1371600"/>
            <a:ext cx="1371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543800" y="16002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1" name="Text 25"/>
          <p:cNvSpPr/>
          <p:nvPr/>
        </p:nvSpPr>
        <p:spPr>
          <a:xfrm>
            <a:off x="75438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26"/>
          <p:cNvSpPr/>
          <p:nvPr/>
        </p:nvSpPr>
        <p:spPr>
          <a:xfrm>
            <a:off x="717804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Funded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7178040" y="25603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Celebrate! Commission earned when the deal closes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548640" y="4114800"/>
            <a:ext cx="54864" cy="5486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0"/>
          <p:cNvSpPr/>
          <p:nvPr/>
        </p:nvSpPr>
        <p:spPr>
          <a:xfrm>
            <a:off x="777240" y="411480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referral slug is embedded in all links automatically — you always get credit for your referrals.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Hub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share opportunities with clients and vendors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13716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2563E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2011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page with your contact info.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link and clients apply directly.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3749040" cy="13716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371600"/>
            <a:ext cx="54864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4983480" y="1828800"/>
            <a:ext cx="457200" cy="457200"/>
          </a:xfrm>
          <a:prstGeom prst="ellipse">
            <a:avLst/>
          </a:prstGeom>
          <a:solidFill>
            <a:srgbClr val="0D948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7780" y="194310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One-Pager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77840" y="2011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MCA financing overview.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View, download PDF, or email to prospects.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40080" y="3063240"/>
            <a:ext cx="3749040" cy="13716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063240"/>
            <a:ext cx="54864" cy="13716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520440"/>
            <a:ext cx="457200" cy="45720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3634740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Leasing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One-Pager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6304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leasing program overview.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Inquiries feed into Vendor Outreach.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54880" y="3063240"/>
            <a:ext cx="3749040" cy="13716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3063240"/>
            <a:ext cx="54864" cy="1371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Shape 19"/>
          <p:cNvSpPr/>
          <p:nvPr/>
        </p:nvSpPr>
        <p:spPr>
          <a:xfrm>
            <a:off x="4983480" y="3520440"/>
            <a:ext cx="457200" cy="45720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3634740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7784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Application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577840" y="3703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application directly to a client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custom message.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3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2: Generate Vendor Leads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vendor network through the leasing program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261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Application Hub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Vendor Equipment Leasing Program section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13816" y="1664208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1938528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385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9202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One-Pager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1396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it, download as PDF, or email directly to vendor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" y="2322576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40080" y="2596896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96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25786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Submits Inquiry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7980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inquiry appears in your Vendor Outreach pipeline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3816" y="2980944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0080" y="3255264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255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2369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Reviews &amp; Sets Up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45643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creates vendor program and sends application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13816" y="3639312"/>
            <a:ext cx="0" cy="256032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40080" y="391363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136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38953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Approved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97280" y="4114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moves to your Active Vendors list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37760" y="1280160"/>
            <a:ext cx="365760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280160"/>
            <a:ext cx="36576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Pipeline Flow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212080" y="1920240"/>
            <a:ext cx="3108960" cy="65836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534924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Outreach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49240" y="2212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leads from your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one-pager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212080" y="2743200"/>
            <a:ext cx="3108960" cy="658368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2788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Vendors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035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submitted and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vendors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212080" y="3566160"/>
            <a:ext cx="3108960" cy="658368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Vendors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49240" y="3858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vendor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available to you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3: Submit a Vendor Directly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outreach — add vendors to the Alliance network yourself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371600" cy="210312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371600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Shape 4"/>
          <p:cNvSpPr/>
          <p:nvPr/>
        </p:nvSpPr>
        <p:spPr>
          <a:xfrm>
            <a:off x="1165860" y="155448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11658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21031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Programs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58952" y="274320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page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9404" y="1645920"/>
            <a:ext cx="164592" cy="16459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286000" y="1371600"/>
            <a:ext cx="1371600" cy="210312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0" y="1371600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3" name="Shape 10"/>
          <p:cNvSpPr/>
          <p:nvPr/>
        </p:nvSpPr>
        <p:spPr>
          <a:xfrm>
            <a:off x="2766060" y="155448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14" name="Text 11"/>
          <p:cNvSpPr/>
          <p:nvPr/>
        </p:nvSpPr>
        <p:spPr>
          <a:xfrm>
            <a:off x="27660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359152" y="21031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'+ Submit Vendor'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359152" y="274320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form</a:t>
            </a:r>
            <a:endParaRPr lang="en-US" sz="9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604" y="1645920"/>
            <a:ext cx="164592" cy="16459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886200" y="1371600"/>
            <a:ext cx="1371600" cy="210312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886200" y="1371600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Shape 16"/>
          <p:cNvSpPr/>
          <p:nvPr/>
        </p:nvSpPr>
        <p:spPr>
          <a:xfrm>
            <a:off x="4366260" y="155448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1" name="Text 17"/>
          <p:cNvSpPr/>
          <p:nvPr/>
        </p:nvSpPr>
        <p:spPr>
          <a:xfrm>
            <a:off x="43662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959352" y="21031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Details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3959352" y="274320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product, contact</a:t>
            </a:r>
            <a:endParaRPr lang="en-US" sz="9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804" y="1645920"/>
            <a:ext cx="164592" cy="16459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5486400" y="1371600"/>
            <a:ext cx="1371600" cy="210312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0" y="1371600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Shape 22"/>
          <p:cNvSpPr/>
          <p:nvPr/>
        </p:nvSpPr>
        <p:spPr>
          <a:xfrm>
            <a:off x="5966460" y="155448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8" name="Text 23"/>
          <p:cNvSpPr/>
          <p:nvPr/>
        </p:nvSpPr>
        <p:spPr>
          <a:xfrm>
            <a:off x="59664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5559552" y="21031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Application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559552" y="274320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form to vendor</a:t>
            </a:r>
            <a:endParaRPr lang="en-US" sz="9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004" y="1645920"/>
            <a:ext cx="164592" cy="16459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7086600" y="1371600"/>
            <a:ext cx="1371600" cy="210312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086600" y="1371600"/>
            <a:ext cx="137160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4" name="Shape 28"/>
          <p:cNvSpPr/>
          <p:nvPr/>
        </p:nvSpPr>
        <p:spPr>
          <a:xfrm>
            <a:off x="7566660" y="1554480"/>
            <a:ext cx="411480" cy="41148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35" name="Text 29"/>
          <p:cNvSpPr/>
          <p:nvPr/>
        </p:nvSpPr>
        <p:spPr>
          <a:xfrm>
            <a:off x="756666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0"/>
          <p:cNvSpPr/>
          <p:nvPr/>
        </p:nvSpPr>
        <p:spPr>
          <a:xfrm>
            <a:off x="7159752" y="2103120"/>
            <a:ext cx="1225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Vendors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7159752" y="2743200"/>
            <a:ext cx="1225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status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548640" y="3840480"/>
            <a:ext cx="8046720" cy="640080"/>
          </a:xfrm>
          <a:prstGeom prst="rect">
            <a:avLst/>
          </a:prstGeom>
          <a:solidFill>
            <a:srgbClr val="1A3350"/>
          </a:solidFill>
          <a:ln/>
        </p:spPr>
      </p:sp>
      <p:sp>
        <p:nvSpPr>
          <p:cNvPr id="39" name="Shape 33"/>
          <p:cNvSpPr/>
          <p:nvPr/>
        </p:nvSpPr>
        <p:spPr>
          <a:xfrm>
            <a:off x="548640" y="3840480"/>
            <a:ext cx="54864" cy="640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0" name="Text 34"/>
          <p:cNvSpPr/>
          <p:nvPr/>
        </p:nvSpPr>
        <p:spPr>
          <a:xfrm>
            <a:off x="777240" y="38404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vendors start with 'Requires Approval' status. Admin reviews and approves before they become active in the network.</a:t>
            </a:r>
            <a:endParaRPr lang="en-US" sz="1100" dirty="0"/>
          </a:p>
        </p:txBody>
      </p:sp>
      <p:sp>
        <p:nvSpPr>
          <p:cNvPr id="41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2" name="Text 36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Informed: Notifications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updates on all your referral and vendor activity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280160"/>
            <a:ext cx="24688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Referral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client applies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your link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4688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554480"/>
            <a:ext cx="228600" cy="2286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deal moves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new stage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080760" y="1280160"/>
            <a:ext cx="24688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554480"/>
            <a:ext cx="228600" cy="2286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Funded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0" y="1783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referred deal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funds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697480"/>
            <a:ext cx="24688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2971800"/>
            <a:ext cx="228600" cy="2286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Inquiry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vendor responds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leasing program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697480"/>
            <a:ext cx="24688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20440" y="2971800"/>
            <a:ext cx="228600" cy="2286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App Done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4048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vendor returns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application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0760" y="2697480"/>
            <a:ext cx="246888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2971800"/>
            <a:ext cx="228600" cy="228600"/>
          </a:xfrm>
          <a:prstGeom prst="ellipse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Earned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3200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funding completes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commission is calculated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Status Guide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your deal pipeline stages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2468880" cy="11430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80160"/>
            <a:ext cx="54864" cy="1143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sent to client,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their response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280160"/>
            <a:ext cx="2468880" cy="11430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128016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417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Applied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has submitted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280160"/>
            <a:ext cx="2468880" cy="11430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280160"/>
            <a:ext cx="54864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4173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is being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and processed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2697480"/>
            <a:ext cx="2468880" cy="11430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269748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requires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attention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37560" y="2697480"/>
            <a:ext cx="2468880" cy="11430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37560" y="2697480"/>
            <a:ext cx="54864" cy="11430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2044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successfully funded —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earned!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2697480"/>
            <a:ext cx="2468880" cy="114300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697480"/>
            <a:ext cx="54864" cy="11430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8346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20040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or inactive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C9A84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C9A84C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 Financing Group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Here to Help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931920" y="2011680"/>
            <a:ext cx="12801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468880"/>
            <a:ext cx="2286000" cy="118872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760220" y="2606040"/>
            <a:ext cx="411480" cy="41148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3090" y="2708910"/>
            <a:ext cx="205740" cy="2057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33101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1-877-660-3660 ext. 222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29000" y="2468880"/>
            <a:ext cx="2286000" cy="118872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66260" y="2606040"/>
            <a:ext cx="411480" cy="41148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130" y="2708910"/>
            <a:ext cx="205740" cy="2057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2900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74720" y="33101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info@alliancefinancing.com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35040" y="2468880"/>
            <a:ext cx="2286000" cy="1188720"/>
          </a:xfrm>
          <a:prstGeom prst="rect">
            <a:avLst/>
          </a:prstGeom>
          <a:solidFill>
            <a:srgbClr val="162D5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972300" y="2606040"/>
            <a:ext cx="411480" cy="411480"/>
          </a:xfrm>
          <a:prstGeom prst="ellipse">
            <a:avLst/>
          </a:prstGeom>
          <a:solidFill>
            <a:srgbClr val="C9A84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170" y="2708910"/>
            <a:ext cx="205740" cy="2057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035040" y="3108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080760" y="3310128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alliancefinancing.ai/dashboard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being a valued Referral Partner!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of Alliance Financing Group Ltd. All rights reserved. Confidential — authorized referral partners only.</a:t>
            </a:r>
            <a:endParaRPr lang="en-US" sz="7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700" dirty="0">
                <a:solidFill>
                  <a:srgbClr val="5A70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reproduction or distribution is prohibited.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Referral Partner Dashboard Overview</dc:title>
  <dc:subject>PptxGenJS Presentation</dc:subject>
  <dc:creator>Alliance Financing Group</dc:creator>
  <cp:lastModifiedBy>Alliance Financing Group</cp:lastModifiedBy>
  <cp:revision>1</cp:revision>
  <dcterms:created xsi:type="dcterms:W3CDTF">2026-04-01T11:37:33Z</dcterms:created>
  <dcterms:modified xsi:type="dcterms:W3CDTF">2026-04-01T11:37:33Z</dcterms:modified>
</cp:coreProperties>
</file>