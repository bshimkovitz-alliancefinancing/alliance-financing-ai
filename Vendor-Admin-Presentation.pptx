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FINANCING GROUP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Admin Guide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Financing Portal  |  April 2026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dashboard.alliancefinancing.ai  |  info@alliancefinancing.com  |  1-877-660-3660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Vendor Admin Portal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manage equipment financing for your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08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salespeople, track onboarding, monitor deals per person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3716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7160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508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Estimator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multi-term quotes (24/36/48/60 mo) with daily, weekly, monthly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087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Applications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8745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branded applications with payment quotes to your clients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283464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83464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971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6-step real-time tracking from Application to Funded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283464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0" y="283464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0" y="2971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Bid Requests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pricing for operating leases, $350K+, deferred payments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2834640"/>
            <a:ext cx="24688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834640"/>
            <a:ext cx="54864" cy="12801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9718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&amp; Resources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Role-specific guides for your team — PDFs and slide decks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cost to you. No fees, no commitments. Alliance is paid by the funding lender.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332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Invitation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28930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sends an email: "Set Up Your Equipment Financing Dashboard"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7830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7647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Activation Link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0208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expires in 7 days. Contact Alliance if it expires.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4963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Your Password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75234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secure password on the activation page.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32461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46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2278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348386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dashboard.alliancefinancing.ai with your email + password.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97764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3959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Managing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21538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 your Command Center — add team, quote, send apps.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 landing page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234440"/>
            <a:ext cx="1783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234440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234440"/>
            <a:ext cx="178308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417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Apps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17830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417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1234440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29400" y="1234440"/>
            <a:ext cx="1783080" cy="54864"/>
          </a:xfrm>
          <a:prstGeom prst="rect">
            <a:avLst/>
          </a:prstGeom>
          <a:solidFill>
            <a:srgbClr val="0D1E3D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4173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2788920"/>
            <a:ext cx="1783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7889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Application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97480" y="2788920"/>
            <a:ext cx="1783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27889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Pipeline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88920"/>
            <a:ext cx="1783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7889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Team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2788920"/>
            <a:ext cx="17830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629400" y="27889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Quoting Tools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Sent Table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every application your team has sent. Filter by: Active Only | All | Sent | Opened | Submitted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Client  |  Email  |  Type  |  Sent By  |  Status  |  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salespeople, track onboarding, monitor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384048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Statistics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Members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3474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(green)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3474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Onboarding (amber)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971800"/>
            <a:ext cx="3474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Deals Sourced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3474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Pipeline Value ($)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794760"/>
            <a:ext cx="347472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a Salesperson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19202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920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0680" y="19019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"+ Add Salesperson"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23774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377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40680" y="23591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Name + Email (required)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28346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8346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28163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"Send Invitation"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0" y="32918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32735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Salesperson activates via email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374904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749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40680" y="3730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updates to Active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709160"/>
            <a:ext cx="795528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709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Use "Invite All Pending" to batch-send invitations to every salesperson who hasn't activated yet.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Lease Payment Estimator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261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Cost (min $2,500)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709928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Term: 24 / 36 / 48 / 60 months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093976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Condition: New or Used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478024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414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Down Payment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2862072"/>
            <a:ext cx="73152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7980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Currency: CAD / USD toggle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Multi-Term Quote Results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749040"/>
          <a:ext cx="7772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645920"/>
                <a:gridCol w="1371600"/>
                <a:gridCol w="2011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of Financing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 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D1E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mo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$X,XXX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731520" y="4892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term highlighted with gold SELECTED badge  |  $10 purchase option at end of term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Sending Applications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374904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Calculator (with quote)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Generate a payment quote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299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Click "Send Lease Application with Quote"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4140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Enter client name + 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798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Quote auto-attached to 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182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Click "Send via Email"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74904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374904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Dashboard (any type)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Click "Send Application"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0299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Choose application type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41401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Enter client name + email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7980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Click "Send via Email"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Types: Equipment Leasing  |  Merchant Cash Advance  |  Working Capital &amp; Factoring  |  General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Tracking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4800600"/>
            <a:ext cx="109728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4800600"/>
            <a:ext cx="109728" cy="10972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0" y="4800600"/>
            <a:ext cx="109728" cy="1097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Bid Requests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pricing for non-standard deals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36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cost over $350,000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947672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8836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lease (with residual value)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295144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Promotional / deferred payment structures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642616"/>
            <a:ext cx="73152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578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terms, vendor subsidies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Fields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/ Company Name *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Description *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Equipment Cost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560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Term (24/36/48/60/Custom)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 Type (Operating/Capital/Promo)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Notes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Equipment Quote (file upload)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931920"/>
            <a:ext cx="795528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931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reviews your request and responds with custom pricing tailored to the deal.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Pipeline — 6-Step Tracking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submitted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37360" y="14173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01952" y="109728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01952" y="109728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901952" y="1234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01952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Credit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01952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reviewing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090672" y="14173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55264" y="109728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55264" y="109728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255264" y="1234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55264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55264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Lender approved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43984" y="14173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08576" y="109728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08576" y="109728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608576" y="1234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608576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Out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08576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for signing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97296" y="14173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61888" y="109728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61888" y="109728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961888" y="1234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61888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61888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issued to you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50608" y="14173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15200" y="1097280"/>
            <a:ext cx="1188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0" y="1097280"/>
            <a:ext cx="1188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1234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15200" y="14630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169164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complete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Views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(default) — sortable list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View 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Kanban-style by stage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Tabs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84632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84632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(default)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4632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4632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Declined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4632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31520" y="4297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Stats: Pipeline Value  |  Avg Deal Size  |  Funded This Month  |  In Credit  |  Stale (7+ days)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FINANCING GROUP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Here to Help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1828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info@alliancefinancing.com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1-877-660-3660 ext. 222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dashboard.alliancefinancing.ai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alliancefinancing.ai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1989  |  70+ Institutional Lenders  |  $1B+ Placed  |  12 Product Lines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Financing Group Ltd. is a commercial finance brokerage, not a direct lender.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 Admin Guide — Alliance Financing Group</dc:title>
  <dc:subject>PptxGenJS Presentation</dc:subject>
  <dc:creator>Alliance Financing Group</dc:creator>
  <cp:lastModifiedBy>Alliance Financing Group</cp:lastModifiedBy>
  <cp:revision>1</cp:revision>
  <dcterms:created xsi:type="dcterms:W3CDTF">2026-04-16T12:48:43Z</dcterms:created>
  <dcterms:modified xsi:type="dcterms:W3CDTF">2026-04-16T12:48:43Z</dcterms:modified>
</cp:coreProperties>
</file>