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FINANCING GROUP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Sales Guide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Financing Portal  |  April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dashboard.alliancefinancing.ai  |  info@alliancefinancing.com  |  1-877-660-3660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as Vendor Salesperson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equipment financing directly to your clients from your portal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Instant Quotes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Multi-term estimates (24/36/48/60 mo) with daily, weekly, monthly payments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488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945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Branded Applications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financing applications with payment quotes attached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718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Special Pricing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Special Bid for operating leases, custom terms, $350K+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033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49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Deals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6-step pipeline from Application to Funded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 shows only your activity. Your Vendor Admin manages the full team view.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332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Admin Invites You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2893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 an email: "Set Up Your Equipment Financing Dashboard"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Activation Link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expires in 7 days. Ask your Vendor Admin to resend if needed.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963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Password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7523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secure password on the activation page.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2278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4838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dashboard.alliancefinancing.ai with your email + password.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959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Quoting!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215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 your dashboard. Click "Quoting Tools" to generate your first quote.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your personal activity only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86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286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234440"/>
            <a:ext cx="2286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Apps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234440"/>
            <a:ext cx="2286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234440"/>
            <a:ext cx="2286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Application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788920"/>
            <a:ext cx="22860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2788920"/>
            <a:ext cx="22860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Quoting Tools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Sent Table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applications YOU sent. Filter: Active Only | All | Sent | Opened | Submitted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Client  |  Email  |  Type  |  Status  |  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Lease Payment Estimator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instant payment quotes — no credit pull required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74904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Cost (min $2,500)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Term: 24 / 36 / 48 / 60 months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Condition: New or 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880360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Down Payment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CAD / USD toggle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393192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Results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Multi-term table showing: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9568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payment for all 4 terms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331720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276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payment equivalent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651760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596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payment equivalent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971800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916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Financing per term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291840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term highlighted in gold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023360"/>
            <a:ext cx="79552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0233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"Send Lease Application with Quote"  —  emails the quote + application link to your client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617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leases include $10 purchase option  |  Over $350K? Use Special Bid Request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Calculator (recommended)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Generate a payment quote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Click "Send Application with Quote"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 client name +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Quote auto-attached to 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Click "Send via Email"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Dashboard (any type)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Click "Send Application"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Choose application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40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 client name + email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Click "Send via Email"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Types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Leasing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34640" y="402336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Cash Advance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402336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&amp; Factoring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40880" y="402336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Financing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Status:   Sent  &gt;  Opened  &gt;  Submitted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Bid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pricing for non-standard deals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cost over $350,000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lease (with residual value)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386584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322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Promotional / deferred payments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734056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terms or vendor subsidies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Submit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Click "Request Special Bid Quote"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Fill in client + equipment details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Select term + lease type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Attach vendor quote (optional)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Click "Submit to Alliance"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795528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37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reviews your request and responds with custom pricing tailored to the deal.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Your Deals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6-step pipeline from Application to Funded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submitted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01952" y="118872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01952" y="118872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901952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01952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Credit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019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reviewing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90672" y="15087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55264" y="118872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55264" y="118872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255264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55264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55264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approved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43984" y="15087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08576" y="118872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8576" y="118872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608576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08576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08576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for signing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97296" y="15087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61888" y="118872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61888" y="118872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961888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61888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Back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61888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to your company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50608" y="15087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118872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0" y="1188720"/>
            <a:ext cx="1188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15200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ships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15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Views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15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(default) — sortable, filterable list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15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Kanban-style by stage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46320" y="2880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3136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(default)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46320" y="3392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46320" y="3648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46320" y="3904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Stats: Pipeline Value  |  Avg Deal Size  |  Funded This Month  |  In Credit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 Programs Available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Lease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– $500,000  |  24–72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credit profiles. Full documentation review.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9202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9659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Approval (Under $75K)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Application-only up to $75,000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39572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credit decisions. Minimal documentation.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834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8803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Buyout Lease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owns equipment at end of term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31012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long-term assets the client will keep.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490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947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Market Value (FMV) Lease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monthly payments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22452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to upgrade, return, or purchase at end of term.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Promo: 90-Day Deferred Payment on leases over $10K (through Q2 2026)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FINANCING GROUP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Contact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560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info@alliancefinancing.com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443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944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1-877-660-3660 ext. 222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28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3328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dashboard.alliancefinancing.ai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124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7124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alliancefinancing.ai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96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Admin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your admin for team-related questions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1989  |  70+ Institutional Lenders  |  $1B+ Placed  |  12 Product Lines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Financing Group Ltd. is a commercial finance brokerage, not a direct lender.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Sales Guide — Alliance Financing Group</dc:title>
  <dc:subject>PptxGenJS Presentation</dc:subject>
  <dc:creator>Alliance Financing Group</dc:creator>
  <cp:lastModifiedBy>Alliance Financing Group</cp:lastModifiedBy>
  <cp:revision>1</cp:revision>
  <dcterms:created xsi:type="dcterms:W3CDTF">2026-04-16T12:50:43Z</dcterms:created>
  <dcterms:modified xsi:type="dcterms:W3CDTF">2026-04-16T12:50:43Z</dcterms:modified>
</cp:coreProperties>
</file>